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389120" cy="411480"/>
          </a:xfrm>
          <a:prstGeom prst="roundRect">
            <a:avLst/>
          </a:prstGeom>
          <a:solidFill>
            <a:srgbClr val="0F1C1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GOOGLE CLOUD · BUILD WITH AI · TRACK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KISANVUE AI</a:t>
            </a:r>
          </a:p>
          <a:p>
            <a:pPr>
              <a:spcBef>
                <a:spcPts val="800"/>
              </a:spcBef>
              <a:defRPr sz="2200" b="1">
                <a:solidFill>
                  <a:srgbClr val="34D399"/>
                </a:solidFill>
              </a:defRPr>
            </a:pPr>
            <a:r>
              <a:t>See. Understand. Act. Verify.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AI-Powered Agricultural Intelligence for India</a:t>
            </a:r>
            <a:br/>
            <a:r>
              <a:t>Turning multimodal imagery, satellite signals, and soil dynamics into verified farmer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468880" cy="12801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Multimodal AI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Google Gemini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3931920"/>
            <a:ext cx="2468880" cy="12801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Earth Observation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Sentinel-2 NDVI &amp; NDWI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931920"/>
            <a:ext cx="2468880" cy="12801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Soil &amp; Weather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SoilGrids &amp; Open-Meteo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931920"/>
            <a:ext cx="2468880" cy="12801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Closed-Loop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Verify-Again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D399"/>
                </a:solidFill>
              </a:defRPr>
            </a:pPr>
            <a:r>
              <a:t>LIVE PLATFORM: https://kisanvue-ai.vercel.app/   |   BACKEND: FastAPI + Render   |   OPEN SOURCE</a:t>
            </a:r>
          </a:p>
        </p:txBody>
      </p:sp>
      <p:pic>
        <p:nvPicPr>
          <p:cNvPr id="10" name="Picture 9" descr="01_hero_and_farm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389120" cy="26769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Challenge: Farm Decisions Are Still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Small and marginal farmers need timely, localized guidance — but vital agricultural intelligence remains isolated in silos.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29260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🌦 Weather Forecasts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Disconnected Micro-Climates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Rainfall or humidity alerts sit on general apps without linking to active fungal incubation windows or spraying timing.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194560"/>
            <a:ext cx="2560320" cy="29260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🛰 Satellite Imagery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Inaccessible Earth Obs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Sentinel-2 NDVI &amp; NDWI data exists in complex GIS dashboards far removed from daily smallholder comprehension.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560320" cy="29260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🧪 Soil Test Reports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Static Physical Cards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Soil organic carbon (SOC) and texture (clay/sand) metrics remain in drawer records rather than guiding immediate inputs.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94560"/>
            <a:ext cx="2560320" cy="29260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🌱 Crop Health Advice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Fragmented Field Diagnosis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Farmers receive isolated visual symptom guesses without validating against local climate, soil suitability, or past advisories.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CORE PROBLEM STATEMENT:</a:t>
            </a:r>
            <a:br/>
            <a:r>
              <a:t>"How do we turn fragmented agricultural data into one actionable, verified farmer decision?"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Our Solution: One Unified Intelligence Layer for the Farm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KisanVue AI fuses multimodal image reasoning with real-time field context into a single actionable advisory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9144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1. Google Gemini Multimodal AI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Visual pathology classification, lesion identification, and contextual agronomic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303520" cy="9144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2. Multi-Source Context Fusion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Integrates Open-Meteo weather, Sentinel-2 vegetation indices, and SoilGrids soil properties.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303520" cy="9144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3. Regenerative Crop Planning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Soil- and weather-grounded crop rotations and regenerative organic soil practices.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5303520" cy="9144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4. Closed-Loop 'Verify Again'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Post-treatment comparative visual assessment tracking recovery progress over time.</a:t>
            </a:r>
          </a:p>
        </p:txBody>
      </p:sp>
      <p:pic>
        <p:nvPicPr>
          <p:cNvPr id="10" name="Picture 9" descr="farm_snapsho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11680"/>
            <a:ext cx="5120640" cy="1280160"/>
          </a:xfrm>
          <a:prstGeom prst="rect">
            <a:avLst/>
          </a:prstGeom>
        </p:spPr>
      </p:pic>
      <p:pic>
        <p:nvPicPr>
          <p:cNvPr id="11" name="Picture 10" descr="weath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663440"/>
            <a:ext cx="5120640" cy="520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Core Workflow: From Field Observation to Verified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48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1. SCAN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Farmer uploads crop image or captures live photo under field daylight.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Supports leaf, stem, or vector infestation imagery.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29000" cy="2148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2. UNDERSTAND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Google Gemini performs multimodal reasoning on foliar lesions.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AI-assisted visual assessment without unsupported claims.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29000" cy="2148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3. CONTEXT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Fuses real-time Weather, Sentinel-2 NDVI, and SoilGrids.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Grounds visual diagnosis in active environmental reality.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429000" cy="2148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4. RECOMMEND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Generates succession crops &amp; regenerative practices.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Legume rotation, bio-mulching, and organic soil health.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069080"/>
            <a:ext cx="3429000" cy="2148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5. ACT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Delivers localized, multilingual IPM bio-advisory.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Neem oil, sticky traps, balanced fertigation (Telugu/Hindi).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069080"/>
            <a:ext cx="3429000" cy="2148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6. VERIFY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Farmer returns 5–7 days later with follow-up photo.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AI-assisted visual comparison computes recovery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Multimodal Crop Intelligence: Gemini-Powered Visual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Google Gemini turns raw foliar imagery into structured agronomic reasoning with transparent confidence markers.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96012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AI-Assisted Visual Assessment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Clearly designated as visual advisory rather than laboratory-grade pathology, avoiding false claims and maintaining farmer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303520" cy="96012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Observed Foliar Indicators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Detects chlorosis, leaf curling, necrosis, fungal sporulation, and insect vectors (e.g., Bemisia tabaci).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303520" cy="96012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Context-Aware Severity Scoring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Assigns calibrated risk levels (LOW / MEDIUM / HIGH) synthesized with local humidity and temperature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66360"/>
            <a:ext cx="5303520" cy="96012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Safe Actionable Advisory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Emphasizes Integrated Pest Management (IPM), bio-controls, and clear escalation thresholds to Krishi Vigyan Kendras (KVK).</a:t>
            </a:r>
          </a:p>
        </p:txBody>
      </p:sp>
      <p:pic>
        <p:nvPicPr>
          <p:cNvPr id="10" name="Picture 9" descr="chilli_leaf_cur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2377440" cy="2194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69680" y="1463040"/>
            <a:ext cx="2560320" cy="21945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GEMINI INFERENCE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Condition: Chilli Leaf Curl</a:t>
            </a:r>
            <a:br/>
            <a:r>
              <a:t>Risk: HIGH (Vector active)</a:t>
            </a:r>
            <a:br/>
            <a:r>
              <a:t>Confidence: 89%</a:t>
            </a:r>
            <a:br/>
            <a:r>
              <a:t>Vector: Bemisia tabaci</a:t>
            </a:r>
            <a:br/>
            <a:r>
              <a:t>Advisory: Neem oil bio-spray</a:t>
            </a:r>
          </a:p>
        </p:txBody>
      </p:sp>
      <p:pic>
        <p:nvPicPr>
          <p:cNvPr id="12" name="Picture 11" descr="weath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931920"/>
            <a:ext cx="5120640" cy="52006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5212080"/>
            <a:ext cx="5120640" cy="1005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TRANSPARENCY STANDARD: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Every diagnostic card displays 'AI-assisted advisory' to keep expectations realistic and scientifically responsible.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Environmental Intelligence: Earth Observation &amp; Field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Diagnosis becomes significantly stronger when visual symptoms are cross-referenced with satellite, soil, and atmospheric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29000" cy="31089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🛰 SATELLITE INTELLIGENCE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Sentinel-2 Multi-Spectral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NDVI: 0.72 — Healthy vegetative density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NDWI: 0.28 — Adequate canopy water index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Trend: STABLE — Multi-temporal consistency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Provider: — Live API + Domain Fallback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29000" cy="31089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🧪 SOIL INTELLIGENCE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SoilGrids Global Dataset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SOC: 8.4 g/kg — Moderate organic carbon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Clay: 44.5% — Clay-dominant moisture retention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Sand: 28.2% — Balanced structural drainage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Texture: — Clay Loam field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920240"/>
            <a:ext cx="3429000" cy="31089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🌦 WEATHER INTELLIGENCE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Open-Meteo Agro-Climate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Temp: 27°C — Moderate field temperature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Humidity: 85% — High fungal spore risk (&gt;75%)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Rain Risk: 0% — Dry foliar spray window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• Wind: 2 km/h — Ideal droplet deposition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SATELLITE + SOIL + WEATHER  →  TRIANGULATED AGRICULTURAL CONTEXT</a:t>
            </a:r>
          </a:p>
          <a:p>
            <a:pPr algn="ctr"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High humidity (85%) warns of fungal spread, clay-heavy soil guides irrigation intervals, and NDVI confirms localized rather than plot-wide decline.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Crop &amp; Regenerative Advisory: What Farmers Can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Moving beyond disease identification: empowering farmers with climate-smart rotations and regenerative soil practices.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210312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RECOMMENDED ROTATION: Cotton / Kapas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Agro-fit: Thrives in deep black clay-dominant soils of Andhra Pradesh.</a:t>
            </a:r>
            <a:br/>
            <a:r>
              <a:t>• Season match: Current Kharif cycle matches thermal &amp; solar curves.</a:t>
            </a:r>
            <a:br/>
            <a:r>
              <a:t>• Soil benefit: Deep taproot system breaks soil compaction naturally.</a:t>
            </a:r>
            <a:br/>
            <a:r>
              <a:t>• Water requirement: Medium irrigation tolerance fits rainfall forecast.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SUCCESSION CROP: Black Gram / Urad (Legume)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Nitrogen fixation: Rhizobium nodules naturally replenish soil N.</a:t>
            </a:r>
            <a:br/>
            <a:r>
              <a:t>• Break pest cycles: Non-host crop disrupts Begomovirus &amp; whitefly vectors.</a:t>
            </a:r>
            <a:br/>
            <a:r>
              <a:t>• Soil conditioning: Restores organic carbon (SOC) depleted by heavy feeders.</a:t>
            </a:r>
            <a:br/>
            <a:r>
              <a:t>• Low water requirement: Highly resilient short-duration catch crop.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38912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REGENERATIVE AGRICULTURAL PRACTICES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Crop Residue Mulching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Spreading retained stubble conserves soil moisture, prevents surface crusting, and buffers root temperature in high clay soils.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Biological Bio-Control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Prioritizes 5% Neem seed kernel extract (NSKE) and yellow sticky traps over synthetic organophosphates to protect beneficial pollinators.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Organic Carbon Enrichment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Farmyard manure (FYM) and Jeevamrutha applications to systematically improve the 8.4 g/kg baseline SOC level.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Responsible Framing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Strictly presented as 'potential regenerative practices' — preserving honesty without promising unrealistic guaranteed yields.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Verify Again: Closing the Agricultural Advisory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Most AI agritech tools end at diagnosis. KisanVue AI introduces a continuous verification loop to assess real treatment efficacy.</a:t>
            </a:r>
          </a:p>
        </p:txBody>
      </p:sp>
      <p:pic>
        <p:nvPicPr>
          <p:cNvPr id="6" name="Picture 5" descr="verify_comparison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669280" cy="1860232"/>
          </a:xfrm>
          <a:prstGeom prst="rect">
            <a:avLst/>
          </a:prstGeom>
        </p:spPr>
      </p:pic>
      <p:pic>
        <p:nvPicPr>
          <p:cNvPr id="7" name="Picture 6" descr="verify_resul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5669280" cy="24360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828800"/>
            <a:ext cx="4754880" cy="44805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THE 'VERIFY AGAIN' ENGINE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▶ The Industry Blind Spot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Traditional farmer apps give a single prescription and vanish. Farmers never know if treatments worked or wasted money.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▶ Multimodal Temporal Reasoning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Google Gemini compares baseline Day-0 foliar symptoms against Day-5 follow-up photographs to evaluate recovery trajectory.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▶ Quantitative Improvement Score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Outputs an 85/100 Visual Improvement Score, risk reduction delta (HIGH → LOW), and milestone progression.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▶ Rigorous Scientific Honesty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Explicitly labeled: 'AI-assisted visual improvement assessment — not a laboratory measurement'.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▶ Adaptive Recalibration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If symptoms worsen, the engine flags non-responsiveness and immediately triggers escalation to a local KVK agronomist.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Built for India: Localized, Multilingual, Digital Public Good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Designed for India's linguistic, regional, and climatic diversity — making complex AI accessible to every marginal farmer.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9202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English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Technical &amp; Global Ag-Tech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Standard agronomic taxonomy, international soil definitions, and RESTful developer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19202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తెలుగు (Telugu)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Andhra Pradesh &amp; Telangana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చూడండి. అర్థం చేసుకోండి. ఆచరించండి. ధృవీకరించండి.</a:t>
            </a:r>
            <a:br/>
            <a:r>
              <a:t>Localized vernacular advisory for chilli, cotton &amp; paddy belts.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19202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हिंदी (Hindi)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Northern &amp; Central Hindi Belt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देखें. समझें. कार्य करें. सत्यापित करें.</a:t>
            </a:r>
            <a:br/>
            <a:r>
              <a:t>Accessible agro-terminology for wheat, mustard, and soybean farmers.</a:t>
            </a:r>
          </a:p>
        </p:txBody>
      </p:sp>
      <p:pic>
        <p:nvPicPr>
          <p:cNvPr id="9" name="Picture 8" descr="telugu_interface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31920"/>
            <a:ext cx="5486400" cy="282760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3931920"/>
            <a:ext cx="4937760" cy="23774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DIGITAL PUBLIC GOOD ARCHITECTURE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Scalable Hierarchy: Field → Village → Block → District → State level intelligence.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No App Store Barrier: Zero-install progressive web application (PWA) running on mobile browsers.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Voice-First Inclusivity: Speech synthesis and voice agronomist for non-literate farmers.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Public Architecture: Designed to interoperate with open agricultural data standards across Indian agro-climatic zones.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Architecture: Composable Agricultural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Production stack built for high reliability, rapid inference, and graceful degradation across variable rural connectivity.</a:t>
            </a:r>
          </a:p>
        </p:txBody>
      </p:sp>
      <p:pic>
        <p:nvPicPr>
          <p:cNvPr id="6" name="Picture 5" descr="architecture_modal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937760" cy="49926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1828800"/>
            <a:ext cx="5486400" cy="10515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Frontend Layer (Vercel) — React 18 + Vite SPA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Ultra-lightweight dark-mode UI, multilingual i18n dictionary (EN/TE/HI), camera API integration, zero heavyweight framework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971800"/>
            <a:ext cx="5486400" cy="10515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API Gateway Layer (Render) — FastAPI / Python 3.12 Asynchronous Backend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Pydantic validated schemas, multi-threaded upstream aggregation, graceful demo/live fallback handlers, high-throughput REST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4114800"/>
            <a:ext cx="5486400" cy="10515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Multimodal Intelligence (Google Cloud) — Google Gemini Multimodal API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High-resolution foliar image reasoning, visual symptom localization, structured JSON pathology outputs, and multi-temporal recovery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257800"/>
            <a:ext cx="5486400" cy="105156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Environmental Integrations — Sentinel-2 + Open-Meteo + SoilGrids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10m NDVI &amp; NDWI satellite indices, real-time agro-meteorology (temp, humidity, rain), and SoilGrids physical properties (SOC, clay%, sand%).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TRACK 4: AGRICULTURAL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Potential Impact &amp; Scalability: From One Field to National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localized farm insights aggregate into regional agricultural telemetry without compromising individual farm privacy.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20116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1. SINGLE FIELD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Leaf photo + localized micro-climate + SoilGrids physical 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2057400" cy="20116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2. FARMER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Actionable IPM advisory, vernacular voice guidance &amp; Verify-Again.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2057400" cy="20116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3. MANDAL / BLOCK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Early detection of vector hotspots (e.g. Whitefly in Chilli).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828800"/>
            <a:ext cx="2057400" cy="20116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4. DISTRICT / STATE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Aggregated crop stress maps informing regional agricultural extension.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828800"/>
            <a:ext cx="2057400" cy="201168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5. NATIONAL GRID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Composable, standardized agricultural APIs for research &amp; public good.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22860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PROJECTED VALUE PROPOSITIONS &amp; SCALABILITY PATHWAYS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Preventing Over-Chemicalization: By prioritizing bio-controls (Neem oil, sticky traps) and soil mulching, farmers avoid excessive chemical expense and soil toxicity.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Early Stress Interception: Fusing 10m Sentinel-2 NDVI with real-time humidity alerts catches fungal outbreaks days before visual catastrophic crop loss occurs.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Trust via Closed-Loop Verification: Farmers can track and prove recovery before spending additional capital on follow-up treatments.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Frugal Rural Deployment: Operates efficiently on mobile browsers without requiring high-end smartphones or expensive proprietary sensors.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0E"/>
          </a:solidFill>
          <a:ln>
            <a:solidFill>
              <a:srgbClr val="0912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GOOGLE CLOUD · BUILD WITH AI : CODE FOR COMMUNITIES · TRACK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"KisanVue doesn't stop at diagnosis."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560320" cy="18288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SEE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Farmer foliar scan &amp; satellite Earth observation.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743200"/>
            <a:ext cx="2560320" cy="18288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UNDERSTAND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Google Gemini multimodal agronomic reasoning.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43200"/>
            <a:ext cx="2560320" cy="18288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ACT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Localized, soil-aware, weather-timed IPM advisory.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743200"/>
            <a:ext cx="2560320" cy="182880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VERIFY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Follow-up visual score closing the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0F1C1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KISANVUE AI  —  AI-Powered Agricultural Intelligence for India</a:t>
            </a:r>
          </a:p>
          <a:p>
            <a:pPr algn="ctr"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Live Demo Application: https://kisanvue-ai.vercel.app/</a:t>
            </a:r>
            <a:br/>
            <a:r>
              <a:t>GitHub Repository: https://github.com/HEMANTHSWAMY26/KISANVUE-AI</a:t>
            </a:r>
            <a:br/>
            <a:r>
              <a:t>Track 4: Agricultural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